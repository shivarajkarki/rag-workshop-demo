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t>Quiz 3: Vector DB &amp;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10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are embeddings in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Numerical representations capturing semantic meaning</a:t>
            </a:r>
          </a:p>
          <a:p>
            <a:pPr>
              <a:spcAft>
                <a:spcPts val="800"/>
              </a:spcAft>
              <a:defRPr sz="2200"/>
            </a:pPr>
            <a:r>
              <a:t>B) Compressed documents</a:t>
            </a:r>
          </a:p>
          <a:p>
            <a:pPr>
              <a:spcAft>
                <a:spcPts val="800"/>
              </a:spcAft>
              <a:defRPr sz="2200"/>
            </a:pPr>
            <a:r>
              <a:t>C) Index numbers</a:t>
            </a:r>
          </a:p>
          <a:p>
            <a:pPr>
              <a:spcAft>
                <a:spcPts val="800"/>
              </a:spcAft>
              <a:defRPr sz="2200"/>
            </a:pPr>
            <a:r>
              <a:t>D) File sizes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Numerical representations of text that capture semantic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Embeddings = text converted to vectors. Similar meanings → similar vectors!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Vector databases enable what type of 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Semantic similarity search</a:t>
            </a:r>
          </a:p>
          <a:p>
            <a:pPr>
              <a:spcAft>
                <a:spcPts val="800"/>
              </a:spcAft>
              <a:defRPr sz="2200"/>
            </a:pPr>
            <a:r>
              <a:t>B) Exact keyword match only</a:t>
            </a:r>
          </a:p>
          <a:p>
            <a:pPr>
              <a:spcAft>
                <a:spcPts val="800"/>
              </a:spcAft>
              <a:defRPr sz="2200"/>
            </a:pPr>
            <a:r>
              <a:t>C) Alphabetical sorting</a:t>
            </a:r>
          </a:p>
          <a:p>
            <a:pPr>
              <a:spcAft>
                <a:spcPts val="800"/>
              </a:spcAft>
              <a:defRPr sz="2200"/>
            </a:pPr>
            <a:r>
              <a:t>D) Random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Semantic similarity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Find similar MEANING, not just exact keywords. "Happy" finds "joyful"!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Which is a popular vector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ChromaDB</a:t>
            </a:r>
          </a:p>
          <a:p>
            <a:pPr>
              <a:spcAft>
                <a:spcPts val="800"/>
              </a:spcAft>
              <a:defRPr sz="2200"/>
            </a:pPr>
            <a:r>
              <a:t>B) MySQL</a:t>
            </a:r>
          </a:p>
          <a:p>
            <a:pPr>
              <a:spcAft>
                <a:spcPts val="800"/>
              </a:spcAft>
              <a:defRPr sz="2200"/>
            </a:pPr>
            <a:r>
              <a:t>C) Excel</a:t>
            </a:r>
          </a:p>
          <a:p>
            <a:pPr>
              <a:spcAft>
                <a:spcPts val="800"/>
              </a:spcAft>
              <a:defRPr sz="2200"/>
            </a:pPr>
            <a:r>
              <a:t>D) Notepad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ChromaDB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ChromaDB, FAISS, Pinecone, Weaviate are all vector databases. Not regular DBs!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Cosine similarity measures: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Angle between vectors (semantic similarity)</a:t>
            </a:r>
          </a:p>
          <a:p>
            <a:pPr>
              <a:spcAft>
                <a:spcPts val="800"/>
              </a:spcAft>
              <a:defRPr sz="2200"/>
            </a:pPr>
            <a:r>
              <a:t>B) File size difference</a:t>
            </a:r>
          </a:p>
          <a:p>
            <a:pPr>
              <a:spcAft>
                <a:spcPts val="800"/>
              </a:spcAft>
              <a:defRPr sz="2200"/>
            </a:pPr>
            <a:r>
              <a:t>C) Number of words</a:t>
            </a:r>
          </a:p>
          <a:p>
            <a:pPr>
              <a:spcAft>
                <a:spcPts val="800"/>
              </a:spcAft>
              <a:defRPr sz="2200"/>
            </a:pPr>
            <a:r>
              <a:t>D) Document 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Angle between vectors (semantic similarity)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Cosine similarity = angle between vectors. Smaller angle = more similar meaning!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does "k" in top-k retrieval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Number of most similar chunks to retrieve</a:t>
            </a:r>
          </a:p>
          <a:p>
            <a:pPr>
              <a:spcAft>
                <a:spcPts val="800"/>
              </a:spcAft>
              <a:defRPr sz="2200"/>
            </a:pPr>
            <a:r>
              <a:t>B) Kilobytes of data</a:t>
            </a:r>
          </a:p>
          <a:p>
            <a:pPr>
              <a:spcAft>
                <a:spcPts val="800"/>
              </a:spcAft>
              <a:defRPr sz="2200"/>
            </a:pPr>
            <a:r>
              <a:t>C) Thousand documents</a:t>
            </a:r>
          </a:p>
          <a:p>
            <a:pPr>
              <a:spcAft>
                <a:spcPts val="800"/>
              </a:spcAft>
              <a:defRPr sz="2200"/>
            </a:pPr>
            <a:r>
              <a:t>D) Keyword 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Number of most similar chunks to retrieve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k=3 means retrieve top 3 most similar chunks. Typical range: 2-5.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MMR (Maximal Marginal Relevance) is used for: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Getting diverse results (not all similar)</a:t>
            </a:r>
          </a:p>
          <a:p>
            <a:pPr>
              <a:spcAft>
                <a:spcPts val="800"/>
              </a:spcAft>
              <a:defRPr sz="2200"/>
            </a:pPr>
            <a:r>
              <a:t>B) Faster search</a:t>
            </a:r>
          </a:p>
          <a:p>
            <a:pPr>
              <a:spcAft>
                <a:spcPts val="800"/>
              </a:spcAft>
              <a:defRPr sz="2200"/>
            </a:pPr>
            <a:r>
              <a:t>C) Smaller file sizes</a:t>
            </a:r>
          </a:p>
          <a:p>
            <a:pPr>
              <a:spcAft>
                <a:spcPts val="800"/>
              </a:spcAft>
              <a:defRPr sz="2200"/>
            </a:pPr>
            <a:r>
              <a:t>D) Exact matching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Getting diverse results (not all similar)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MMR balances relevance + diversity. Avoids 5 chunks all saying same thing!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Metadata filtering in vector search allows you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Search only within specific categories</a:t>
            </a:r>
          </a:p>
          <a:p>
            <a:pPr>
              <a:spcAft>
                <a:spcPts val="800"/>
              </a:spcAft>
              <a:defRPr sz="2200"/>
            </a:pPr>
            <a:r>
              <a:t>B) Delete unwanted results</a:t>
            </a:r>
          </a:p>
          <a:p>
            <a:pPr>
              <a:spcAft>
                <a:spcPts val="800"/>
              </a:spcAft>
              <a:defRPr sz="2200"/>
            </a:pPr>
            <a:r>
              <a:t>C) Change vector dimensions</a:t>
            </a:r>
          </a:p>
          <a:p>
            <a:pPr>
              <a:spcAft>
                <a:spcPts val="800"/>
              </a:spcAft>
              <a:defRPr sz="2200"/>
            </a:pPr>
            <a:r>
              <a:t>D) Increase speed always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Search only within specific categories/sources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Filter before searching! "Only search product docs, not customer stories"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ChromaDB vs FAISS - main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ChromaDB easier, FAISS faster for production</a:t>
            </a:r>
          </a:p>
          <a:p>
            <a:pPr>
              <a:spcAft>
                <a:spcPts val="800"/>
              </a:spcAft>
              <a:defRPr sz="2200"/>
            </a:pPr>
            <a:r>
              <a:t>B) No difference</a:t>
            </a:r>
          </a:p>
          <a:p>
            <a:pPr>
              <a:spcAft>
                <a:spcPts val="800"/>
              </a:spcAft>
              <a:defRPr sz="2200"/>
            </a:pPr>
            <a:r>
              <a:t>C) FAISS always better</a:t>
            </a:r>
          </a:p>
          <a:p>
            <a:pPr>
              <a:spcAft>
                <a:spcPts val="800"/>
              </a:spcAft>
              <a:defRPr sz="2200"/>
            </a:pPr>
            <a:r>
              <a:t>D) ChromaDB Windows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ChromaDB easier for prototyping, FAISS faster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ChromaDB = simple to start. FAISS = optimized for billions of vectors.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Why use similarity threshold in retrieval?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Filter out low-quality matches</a:t>
            </a:r>
          </a:p>
          <a:p>
            <a:pPr>
              <a:spcAft>
                <a:spcPts val="800"/>
              </a:spcAft>
              <a:defRPr sz="2200"/>
            </a:pPr>
            <a:r>
              <a:t>B) Speed up search</a:t>
            </a:r>
          </a:p>
          <a:p>
            <a:pPr>
              <a:spcAft>
                <a:spcPts val="800"/>
              </a:spcAft>
              <a:defRPr sz="2200"/>
            </a:pPr>
            <a:r>
              <a:t>C) Reduce database size</a:t>
            </a:r>
          </a:p>
          <a:p>
            <a:pPr>
              <a:spcAft>
                <a:spcPts val="800"/>
              </a:spcAft>
              <a:defRPr sz="2200"/>
            </a:pPr>
            <a:r>
              <a:t>D) Increase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Filter out low-quality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Only return results above threshold. Better to say "don't know" than give bad answer!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Hybrid search combines: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Vector similarity + keyword matching</a:t>
            </a:r>
          </a:p>
          <a:p>
            <a:pPr>
              <a:spcAft>
                <a:spcPts val="800"/>
              </a:spcAft>
              <a:defRPr sz="2200"/>
            </a:pPr>
            <a:r>
              <a:t>B) Two different LLMs</a:t>
            </a:r>
          </a:p>
          <a:p>
            <a:pPr>
              <a:spcAft>
                <a:spcPts val="800"/>
              </a:spcAft>
              <a:defRPr sz="2200"/>
            </a:pPr>
            <a:r>
              <a:t>C) Multiple databases</a:t>
            </a:r>
          </a:p>
          <a:p>
            <a:pPr>
              <a:spcAft>
                <a:spcPts val="800"/>
              </a:spcAft>
              <a:defRPr sz="2200"/>
            </a:pPr>
            <a:r>
              <a:t>D) SQL and NoSQL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Vector similarity + keyword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Best of both! Semantic meaning + exact term matching = powerful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