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1A237E"/>
                </a:solidFill>
              </a:defRPr>
            </a:pPr>
            <a:r>
              <a:t>Quiz 2: Chunking Strategies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572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646464"/>
                </a:solidFill>
              </a:defRPr>
            </a:pPr>
            <a:r>
              <a:t>10 Questions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5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5E20"/>
                </a:solidFill>
              </a:defRPr>
            </a:pPr>
            <a:r>
              <a:t>Question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600" b="1"/>
            </a:pPr>
            <a:r>
              <a:t>Why is chunking necessary for RAG?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754880"/>
            <a:ext cx="6400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200"/>
            </a:pPr>
            <a:r>
              <a:t>A) LLMs can't read entire docs at once</a:t>
            </a:r>
          </a:p>
          <a:p>
            <a:pPr>
              <a:spcAft>
                <a:spcPts val="800"/>
              </a:spcAft>
              <a:defRPr sz="2200"/>
            </a:pPr>
            <a:r>
              <a:t>B) Makes docs prettier</a:t>
            </a:r>
          </a:p>
          <a:p>
            <a:pPr>
              <a:spcAft>
                <a:spcPts val="800"/>
              </a:spcAft>
              <a:defRPr sz="2200"/>
            </a:pPr>
            <a:r>
              <a:t>C) Reduces storage</a:t>
            </a:r>
          </a:p>
          <a:p>
            <a:pPr>
              <a:spcAft>
                <a:spcPts val="800"/>
              </a:spcAft>
              <a:defRPr sz="2200"/>
            </a:pPr>
            <a:r>
              <a:t>D) Speeds up internet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47A1"/>
                </a:solidFill>
              </a:defRPr>
            </a:pPr>
            <a:r>
              <a:t>Answer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1B5E20"/>
                </a:solidFill>
              </a:defRPr>
            </a:pPr>
            <a:r>
              <a:t>✓ LLMs cannot read entire documents at once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505050"/>
                </a:solidFill>
              </a:defRPr>
            </a:pPr>
            <a:r>
              <a:t>LLMs have context limits. We chunk to fit within those limits and retrieve precisely.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5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5E20"/>
                </a:solidFill>
              </a:defRPr>
            </a:pPr>
            <a:r>
              <a:t>Question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600" b="1"/>
            </a:pPr>
            <a:r>
              <a:t>What happens if chunks are TOO SMALL?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754880"/>
            <a:ext cx="6400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200"/>
            </a:pPr>
            <a:r>
              <a:t>A) Lose context and meaning</a:t>
            </a:r>
          </a:p>
          <a:p>
            <a:pPr>
              <a:spcAft>
                <a:spcPts val="800"/>
              </a:spcAft>
              <a:defRPr sz="2200"/>
            </a:pPr>
            <a:r>
              <a:t>B) Nothing wrong</a:t>
            </a:r>
          </a:p>
          <a:p>
            <a:pPr>
              <a:spcAft>
                <a:spcPts val="800"/>
              </a:spcAft>
              <a:defRPr sz="2200"/>
            </a:pPr>
            <a:r>
              <a:t>C) Vector DB crashes</a:t>
            </a:r>
          </a:p>
          <a:p>
            <a:pPr>
              <a:spcAft>
                <a:spcPts val="800"/>
              </a:spcAft>
              <a:defRPr sz="2200"/>
            </a:pPr>
            <a:r>
              <a:t>D) LLM generates longer answers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47A1"/>
                </a:solidFill>
              </a:defRPr>
            </a:pPr>
            <a:r>
              <a:t>Answer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1B5E20"/>
                </a:solidFill>
              </a:defRPr>
            </a:pPr>
            <a:r>
              <a:t>✓ Lose context and meaning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505050"/>
                </a:solidFill>
              </a:defRPr>
            </a:pPr>
            <a:r>
              <a:t>Small chunks lack context. "The price is $50" without knowing what product!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5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5E20"/>
                </a:solidFill>
              </a:defRPr>
            </a:pPr>
            <a:r>
              <a:t>Question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600" b="1"/>
            </a:pPr>
            <a:r>
              <a:t>What happens if chunks are TOO LARGE?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754880"/>
            <a:ext cx="6400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200"/>
            </a:pPr>
            <a:r>
              <a:t>A) Irrelevant info included, confuses LLM</a:t>
            </a:r>
          </a:p>
          <a:p>
            <a:pPr>
              <a:spcAft>
                <a:spcPts val="800"/>
              </a:spcAft>
              <a:defRPr sz="2200"/>
            </a:pPr>
            <a:r>
              <a:t>B) Better results always</a:t>
            </a:r>
          </a:p>
          <a:p>
            <a:pPr>
              <a:spcAft>
                <a:spcPts val="800"/>
              </a:spcAft>
              <a:defRPr sz="2200"/>
            </a:pPr>
            <a:r>
              <a:t>C) Faster retrieval</a:t>
            </a:r>
          </a:p>
          <a:p>
            <a:pPr>
              <a:spcAft>
                <a:spcPts val="800"/>
              </a:spcAft>
              <a:defRPr sz="2200"/>
            </a:pPr>
            <a:r>
              <a:t>D) More accurate embeddings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47A1"/>
                </a:solidFill>
              </a:defRPr>
            </a:pPr>
            <a:r>
              <a:t>Answer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1B5E20"/>
                </a:solidFill>
              </a:defRPr>
            </a:pPr>
            <a:r>
              <a:t>✓ Irrelevant information gets included, confuses the LLM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505050"/>
                </a:solidFill>
              </a:defRPr>
            </a:pPr>
            <a:r>
              <a:t>Large chunks add noise. Too much info = harder for LLM to focus on the answer.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5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5E20"/>
                </a:solidFill>
              </a:defRPr>
            </a:pPr>
            <a:r>
              <a:t>Question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600" b="1"/>
            </a:pPr>
            <a:r>
              <a:t>Recommended chunk size for general text: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754880"/>
            <a:ext cx="6400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200"/>
            </a:pPr>
            <a:r>
              <a:t>A) 200-500 tokens</a:t>
            </a:r>
          </a:p>
          <a:p>
            <a:pPr>
              <a:spcAft>
                <a:spcPts val="800"/>
              </a:spcAft>
              <a:defRPr sz="2200"/>
            </a:pPr>
            <a:r>
              <a:t>B) 10-20 tokens</a:t>
            </a:r>
          </a:p>
          <a:p>
            <a:pPr>
              <a:spcAft>
                <a:spcPts val="800"/>
              </a:spcAft>
              <a:defRPr sz="2200"/>
            </a:pPr>
            <a:r>
              <a:t>C) 50-100 tokens</a:t>
            </a:r>
          </a:p>
          <a:p>
            <a:pPr>
              <a:spcAft>
                <a:spcPts val="800"/>
              </a:spcAft>
              <a:defRPr sz="2200"/>
            </a:pPr>
            <a:r>
              <a:t>D) 5000+ tokens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47A1"/>
                </a:solidFill>
              </a:defRPr>
            </a:pPr>
            <a:r>
              <a:t>Answer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1B5E20"/>
                </a:solidFill>
              </a:defRPr>
            </a:pPr>
            <a:r>
              <a:t>✓ 200-500 tokens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505050"/>
                </a:solidFill>
              </a:defRPr>
            </a:pPr>
            <a:r>
              <a:t>Sweet spot! Enough context but not too much noise. ~1-2 paragraphs.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5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5E20"/>
                </a:solidFill>
              </a:defRPr>
            </a:pPr>
            <a:r>
              <a:t>Question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600" b="1"/>
            </a:pPr>
            <a:r>
              <a:t>What is chunk overlap and why is it useful?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754880"/>
            <a:ext cx="6400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200"/>
            </a:pPr>
            <a:r>
              <a:t>A) Duplicate text between chunks for context</a:t>
            </a:r>
          </a:p>
          <a:p>
            <a:pPr>
              <a:spcAft>
                <a:spcPts val="800"/>
              </a:spcAft>
              <a:defRPr sz="2200"/>
            </a:pPr>
            <a:r>
              <a:t>B) Error in chunking</a:t>
            </a:r>
          </a:p>
          <a:p>
            <a:pPr>
              <a:spcAft>
                <a:spcPts val="800"/>
              </a:spcAft>
              <a:defRPr sz="2200"/>
            </a:pPr>
            <a:r>
              <a:t>C) Compression technique</a:t>
            </a:r>
          </a:p>
          <a:p>
            <a:pPr>
              <a:spcAft>
                <a:spcPts val="800"/>
              </a:spcAft>
              <a:defRPr sz="2200"/>
            </a:pPr>
            <a:r>
              <a:t>D) Method to save storage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47A1"/>
                </a:solidFill>
              </a:defRPr>
            </a:pPr>
            <a:r>
              <a:t>Answer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1B5E20"/>
                </a:solidFill>
              </a:defRPr>
            </a:pPr>
            <a:r>
              <a:t>✓ Duplicate text between chunks to preserve context across boundaries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505050"/>
                </a:solidFill>
              </a:defRPr>
            </a:pPr>
            <a:r>
              <a:t>Overlap ensures info at chunk boundaries isn't lost. 10-20% overlap is typical.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5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5E20"/>
                </a:solidFill>
              </a:defRPr>
            </a:pPr>
            <a:r>
              <a:t>Question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600" b="1"/>
            </a:pPr>
            <a:r>
              <a:t>Which chunking strategy is BEST for most scenarios?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754880"/>
            <a:ext cx="6400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200"/>
            </a:pPr>
            <a:r>
              <a:t>A) Recursive chunking</a:t>
            </a:r>
          </a:p>
          <a:p>
            <a:pPr>
              <a:spcAft>
                <a:spcPts val="800"/>
              </a:spcAft>
              <a:defRPr sz="2200"/>
            </a:pPr>
            <a:r>
              <a:t>B) Fixed-size</a:t>
            </a:r>
          </a:p>
          <a:p>
            <a:pPr>
              <a:spcAft>
                <a:spcPts val="800"/>
              </a:spcAft>
              <a:defRPr sz="2200"/>
            </a:pPr>
            <a:r>
              <a:t>C) Random</a:t>
            </a:r>
          </a:p>
          <a:p>
            <a:pPr>
              <a:spcAft>
                <a:spcPts val="800"/>
              </a:spcAft>
              <a:defRPr sz="2200"/>
            </a:pPr>
            <a:r>
              <a:t>D) No chunking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47A1"/>
                </a:solidFill>
              </a:defRPr>
            </a:pPr>
            <a:r>
              <a:t>Answer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1B5E20"/>
                </a:solidFill>
              </a:defRPr>
            </a:pPr>
            <a:r>
              <a:t>✓ Recursive chunking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505050"/>
                </a:solidFill>
              </a:defRPr>
            </a:pPr>
            <a:r>
              <a:t>Smart fallbacks! Tries paragraphs → sentences → words. Respects structure.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5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5E20"/>
                </a:solidFill>
              </a:defRPr>
            </a:pPr>
            <a:r>
              <a:t>Question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600" b="1"/>
            </a:pPr>
            <a:r>
              <a:t>Legal documents where accuracy is CRITICAL - what to prioritize?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754880"/>
            <a:ext cx="6400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200"/>
            </a:pPr>
            <a:r>
              <a:t>A) Precision - semantic chunking + metadata</a:t>
            </a:r>
          </a:p>
          <a:p>
            <a:pPr>
              <a:spcAft>
                <a:spcPts val="800"/>
              </a:spcAft>
              <a:defRPr sz="2200"/>
            </a:pPr>
            <a:r>
              <a:t>B) Speed - largest chunks</a:t>
            </a:r>
          </a:p>
          <a:p>
            <a:pPr>
              <a:spcAft>
                <a:spcPts val="800"/>
              </a:spcAft>
              <a:defRPr sz="2200"/>
            </a:pPr>
            <a:r>
              <a:t>C) Cost - smallest chunks</a:t>
            </a:r>
          </a:p>
          <a:p>
            <a:pPr>
              <a:spcAft>
                <a:spcPts val="800"/>
              </a:spcAft>
              <a:defRPr sz="2200"/>
            </a:pPr>
            <a:r>
              <a:t>D) Simplicity - no chunking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47A1"/>
                </a:solidFill>
              </a:defRPr>
            </a:pPr>
            <a:r>
              <a:t>Answer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1B5E20"/>
                </a:solidFill>
              </a:defRPr>
            </a:pPr>
            <a:r>
              <a:t>✓ Precision - use semantic chunking + metadata for attribution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505050"/>
                </a:solidFill>
              </a:defRPr>
            </a:pPr>
            <a:r>
              <a:t>Legal needs accuracy! Semantic chunking + metadata shows exact source/page.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5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5E20"/>
                </a:solidFill>
              </a:defRPr>
            </a:pPr>
            <a:r>
              <a:t>Question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600" b="1"/>
            </a:pPr>
            <a:r>
              <a:t>What is metadata in the context of RAG chunks?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754880"/>
            <a:ext cx="6400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200"/>
            </a:pPr>
            <a:r>
              <a:t>A) Data about data (source, page, date)</a:t>
            </a:r>
          </a:p>
          <a:p>
            <a:pPr>
              <a:spcAft>
                <a:spcPts val="800"/>
              </a:spcAft>
              <a:defRPr sz="2200"/>
            </a:pPr>
            <a:r>
              <a:t>B) Secret information</a:t>
            </a:r>
          </a:p>
          <a:p>
            <a:pPr>
              <a:spcAft>
                <a:spcPts val="800"/>
              </a:spcAft>
              <a:defRPr sz="2200"/>
            </a:pPr>
            <a:r>
              <a:t>C) Embedding dimensions</a:t>
            </a:r>
          </a:p>
          <a:p>
            <a:pPr>
              <a:spcAft>
                <a:spcPts val="800"/>
              </a:spcAft>
              <a:defRPr sz="2200"/>
            </a:pPr>
            <a:r>
              <a:t>D) LLM temperature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47A1"/>
                </a:solidFill>
              </a:defRPr>
            </a:pPr>
            <a:r>
              <a:t>Answer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1B5E20"/>
                </a:solidFill>
              </a:defRPr>
            </a:pPr>
            <a:r>
              <a:t>✓ Data about data (e.g., source, page number, date)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505050"/>
                </a:solidFill>
              </a:defRPr>
            </a:pPr>
            <a:r>
              <a:t>Metadata = extra info about chunk. Helps with filtering and attribution.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5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5E20"/>
                </a:solidFill>
              </a:defRPr>
            </a:pPr>
            <a:r>
              <a:t>Question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600" b="1"/>
            </a:pPr>
            <a:r>
              <a:t>For code chunking, best practice is to: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754880"/>
            <a:ext cx="6400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200"/>
            </a:pPr>
            <a:r>
              <a:t>A) Split by function/class boundaries</a:t>
            </a:r>
          </a:p>
          <a:p>
            <a:pPr>
              <a:spcAft>
                <a:spcPts val="800"/>
              </a:spcAft>
              <a:defRPr sz="2200"/>
            </a:pPr>
            <a:r>
              <a:t>B) Split every 100 chars</a:t>
            </a:r>
          </a:p>
          <a:p>
            <a:pPr>
              <a:spcAft>
                <a:spcPts val="800"/>
              </a:spcAft>
              <a:defRPr sz="2200"/>
            </a:pPr>
            <a:r>
              <a:t>C) Never split code</a:t>
            </a:r>
          </a:p>
          <a:p>
            <a:pPr>
              <a:spcAft>
                <a:spcPts val="800"/>
              </a:spcAft>
              <a:defRPr sz="2200"/>
            </a:pPr>
            <a:r>
              <a:t>D) Split randomly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47A1"/>
                </a:solidFill>
              </a:defRPr>
            </a:pPr>
            <a:r>
              <a:t>Answer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1B5E20"/>
                </a:solidFill>
              </a:defRPr>
            </a:pPr>
            <a:r>
              <a:t>✓ Split by function/class boundaries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505050"/>
                </a:solidFill>
              </a:defRPr>
            </a:pPr>
            <a:r>
              <a:t>Respect code structure! Keep functions intact for context.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5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5E20"/>
                </a:solidFill>
              </a:defRPr>
            </a:pPr>
            <a:r>
              <a:t>Question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600" b="1"/>
            </a:pPr>
            <a:r>
              <a:t>Recommended chunk overlap percentage: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754880"/>
            <a:ext cx="6400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200"/>
            </a:pPr>
            <a:r>
              <a:t>A) 10-20%</a:t>
            </a:r>
          </a:p>
          <a:p>
            <a:pPr>
              <a:spcAft>
                <a:spcPts val="800"/>
              </a:spcAft>
              <a:defRPr sz="2200"/>
            </a:pPr>
            <a:r>
              <a:t>B) 0%</a:t>
            </a:r>
          </a:p>
          <a:p>
            <a:pPr>
              <a:spcAft>
                <a:spcPts val="800"/>
              </a:spcAft>
              <a:defRPr sz="2200"/>
            </a:pPr>
            <a:r>
              <a:t>C) 50%</a:t>
            </a:r>
          </a:p>
          <a:p>
            <a:pPr>
              <a:spcAft>
                <a:spcPts val="800"/>
              </a:spcAft>
              <a:defRPr sz="2200"/>
            </a:pPr>
            <a:r>
              <a:t>D) 90%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47A1"/>
                </a:solidFill>
              </a:defRPr>
            </a:pPr>
            <a:r>
              <a:t>Answer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1B5E20"/>
                </a:solidFill>
              </a:defRPr>
            </a:pPr>
            <a:r>
              <a:t>✓ 10-20%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505050"/>
                </a:solidFill>
              </a:defRPr>
            </a:pPr>
            <a:r>
              <a:t>Just enough overlap to preserve context at boundaries. Not too much waste.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