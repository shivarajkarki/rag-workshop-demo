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A237E"/>
                </a:solidFill>
              </a:defRPr>
            </a:pPr>
            <a:r>
              <a:t>Quiz 4: Evaluation &amp;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12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Precision in RAG evaluation measures: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Of retrieved docs, how many are relevant?</a:t>
            </a:r>
          </a:p>
          <a:p>
            <a:pPr>
              <a:spcAft>
                <a:spcPts val="800"/>
              </a:spcAft>
              <a:defRPr sz="2200"/>
            </a:pPr>
            <a:r>
              <a:t>B) Total number of docs</a:t>
            </a:r>
          </a:p>
          <a:p>
            <a:pPr>
              <a:spcAft>
                <a:spcPts val="800"/>
              </a:spcAft>
              <a:defRPr sz="2200"/>
            </a:pPr>
            <a:r>
              <a:t>C) Speed of retrieval</a:t>
            </a:r>
          </a:p>
          <a:p>
            <a:pPr>
              <a:spcAft>
                <a:spcPts val="800"/>
              </a:spcAft>
              <a:defRPr sz="2200"/>
            </a:pPr>
            <a:r>
              <a:t>D) Size of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Of retrieved docs, how many are relevant?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Precision = relevant_retrieved / total_retrieved. Quality over quantity!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Recall in RAG evaluation measures: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Of all relevant docs, how many were retrieved?</a:t>
            </a:r>
          </a:p>
          <a:p>
            <a:pPr>
              <a:spcAft>
                <a:spcPts val="800"/>
              </a:spcAft>
              <a:defRPr sz="2200"/>
            </a:pPr>
            <a:r>
              <a:t>B) How fast we retrieve</a:t>
            </a:r>
          </a:p>
          <a:p>
            <a:pPr>
              <a:spcAft>
                <a:spcPts val="800"/>
              </a:spcAft>
              <a:defRPr sz="2200"/>
            </a:pPr>
            <a:r>
              <a:t>C) Total DB size</a:t>
            </a:r>
          </a:p>
          <a:p>
            <a:pPr>
              <a:spcAft>
                <a:spcPts val="800"/>
              </a:spcAft>
              <a:defRPr sz="2200"/>
            </a:pPr>
            <a:r>
              <a:t>D) Answer length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Of all relevant docs, how many were retrieved?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Recall = relevant_retrieved / total_relevant. Did we find everything important?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Faithfulness metric checks if: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Answer based on retrieved docs (no hallucination)</a:t>
            </a:r>
          </a:p>
          <a:p>
            <a:pPr>
              <a:spcAft>
                <a:spcPts val="800"/>
              </a:spcAft>
              <a:defRPr sz="2200"/>
            </a:pPr>
            <a:r>
              <a:t>B) Answer is long enough</a:t>
            </a:r>
          </a:p>
          <a:p>
            <a:pPr>
              <a:spcAft>
                <a:spcPts val="800"/>
              </a:spcAft>
              <a:defRPr sz="2200"/>
            </a:pPr>
            <a:r>
              <a:t>C) Retrieval was fast</a:t>
            </a:r>
          </a:p>
          <a:p>
            <a:pPr>
              <a:spcAft>
                <a:spcPts val="800"/>
              </a:spcAft>
              <a:defRPr sz="2200"/>
            </a:pPr>
            <a:r>
              <a:t>D) User is satisfied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Answer is based on retrieved documents (no hallucination)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Faithfulness = no making things up! Answer must come from retrieved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RAGAS framework is used for: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Automated RAG evaluation</a:t>
            </a:r>
          </a:p>
          <a:p>
            <a:pPr>
              <a:spcAft>
                <a:spcPts val="800"/>
              </a:spcAft>
              <a:defRPr sz="2200"/>
            </a:pPr>
            <a:r>
              <a:t>B) Building vector databases</a:t>
            </a:r>
          </a:p>
          <a:p>
            <a:pPr>
              <a:spcAft>
                <a:spcPts val="800"/>
              </a:spcAft>
              <a:defRPr sz="2200"/>
            </a:pPr>
            <a:r>
              <a:t>C) Training LLMs</a:t>
            </a:r>
          </a:p>
          <a:p>
            <a:pPr>
              <a:spcAft>
                <a:spcPts val="800"/>
              </a:spcAft>
              <a:defRPr sz="2200"/>
            </a:pPr>
            <a:r>
              <a:t>D) Chunking documents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Automated RAG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RAGAS = RAG Assessment. Automates measuring retrieval + generation 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Production RAG systems MUST have: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Logging and monitoring</a:t>
            </a:r>
          </a:p>
          <a:p>
            <a:pPr>
              <a:spcAft>
                <a:spcPts val="800"/>
              </a:spcAft>
              <a:defRPr sz="2200"/>
            </a:pPr>
            <a:r>
              <a:t>B) Fancy UI only</a:t>
            </a:r>
          </a:p>
          <a:p>
            <a:pPr>
              <a:spcAft>
                <a:spcPts val="800"/>
              </a:spcAft>
              <a:defRPr sz="2200"/>
            </a:pPr>
            <a:r>
              <a:t>C) No error handling</a:t>
            </a:r>
          </a:p>
          <a:p>
            <a:pPr>
              <a:spcAft>
                <a:spcPts val="800"/>
              </a:spcAft>
              <a:defRPr sz="2200"/>
            </a:pPr>
            <a:r>
              <a:t>D) Largest chunks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Logging and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Track performance, quality, costs! Can't improve what you don't measure.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Caching in RAG helps with: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Reducing costs and improving speed</a:t>
            </a:r>
          </a:p>
          <a:p>
            <a:pPr>
              <a:spcAft>
                <a:spcPts val="800"/>
              </a:spcAft>
              <a:defRPr sz="2200"/>
            </a:pPr>
            <a:r>
              <a:t>B) Making answers longer</a:t>
            </a:r>
          </a:p>
          <a:p>
            <a:pPr>
              <a:spcAft>
                <a:spcPts val="800"/>
              </a:spcAft>
              <a:defRPr sz="2200"/>
            </a:pPr>
            <a:r>
              <a:t>C) Increasing hallucinations</a:t>
            </a:r>
          </a:p>
          <a:p>
            <a:pPr>
              <a:spcAft>
                <a:spcPts val="800"/>
              </a:spcAft>
              <a:defRPr sz="2200"/>
            </a:pPr>
            <a:r>
              <a:t>D) Deleting old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Reducing costs and improving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Cache embeddings &amp; frequent queries. Don't recompute same things!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User feedback in RAG is important for: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Improving system quality over time</a:t>
            </a:r>
          </a:p>
          <a:p>
            <a:pPr>
              <a:spcAft>
                <a:spcPts val="800"/>
              </a:spcAft>
              <a:defRPr sz="2200"/>
            </a:pPr>
            <a:r>
              <a:t>B) Just collecting ratings</a:t>
            </a:r>
          </a:p>
          <a:p>
            <a:pPr>
              <a:spcAft>
                <a:spcPts val="800"/>
              </a:spcAft>
              <a:defRPr sz="2200"/>
            </a:pPr>
            <a:r>
              <a:t>C) Slowing down responses</a:t>
            </a:r>
          </a:p>
          <a:p>
            <a:pPr>
              <a:spcAft>
                <a:spcPts val="800"/>
              </a:spcAft>
              <a:defRPr sz="2200"/>
            </a:pPr>
            <a:r>
              <a:t>D) Making it complex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Improving system quality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Thumbs up/down → identify problems → improve chunking/prompts → better system!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Answer Relevance metric checks if: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Answer actually addresses the question</a:t>
            </a:r>
          </a:p>
          <a:p>
            <a:pPr>
              <a:spcAft>
                <a:spcPts val="800"/>
              </a:spcAft>
              <a:defRPr sz="2200"/>
            </a:pPr>
            <a:r>
              <a:t>B) Answer is grammatically correct</a:t>
            </a:r>
          </a:p>
          <a:p>
            <a:pPr>
              <a:spcAft>
                <a:spcPts val="800"/>
              </a:spcAft>
              <a:defRPr sz="2200"/>
            </a:pPr>
            <a:r>
              <a:t>C) Answer is short</a:t>
            </a:r>
          </a:p>
          <a:p>
            <a:pPr>
              <a:spcAft>
                <a:spcPts val="800"/>
              </a:spcAft>
              <a:defRPr sz="2200"/>
            </a:pPr>
            <a:r>
              <a:t>D) Retrieval was accurate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Answer actually addresses the question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Did we answer the actual question? Or ramble about something else?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Context Relevance metric checks if: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Retrieved chunks are useful for answering</a:t>
            </a:r>
          </a:p>
          <a:p>
            <a:pPr>
              <a:spcAft>
                <a:spcPts val="800"/>
              </a:spcAft>
              <a:defRPr sz="2200"/>
            </a:pPr>
            <a:r>
              <a:t>B) LLM is fast</a:t>
            </a:r>
          </a:p>
          <a:p>
            <a:pPr>
              <a:spcAft>
                <a:spcPts val="800"/>
              </a:spcAft>
              <a:defRPr sz="2200"/>
            </a:pPr>
            <a:r>
              <a:t>C) Database is large</a:t>
            </a:r>
          </a:p>
          <a:p>
            <a:pPr>
              <a:spcAft>
                <a:spcPts val="800"/>
              </a:spcAft>
              <a:defRPr sz="2200"/>
            </a:pPr>
            <a:r>
              <a:t>D) User is happy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Retrieved chunks are actually useful for answering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Were retrieved docs helpful? Or just noise that confused the LLM?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MRR (Mean Reciprocal Rank) measures: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How quickly we find first relevant result</a:t>
            </a:r>
          </a:p>
          <a:p>
            <a:pPr>
              <a:spcAft>
                <a:spcPts val="800"/>
              </a:spcAft>
              <a:defRPr sz="2200"/>
            </a:pPr>
            <a:r>
              <a:t>B) Total number of results</a:t>
            </a:r>
          </a:p>
          <a:p>
            <a:pPr>
              <a:spcAft>
                <a:spcPts val="800"/>
              </a:spcAft>
              <a:defRPr sz="2200"/>
            </a:pPr>
            <a:r>
              <a:t>C) Database size</a:t>
            </a:r>
          </a:p>
          <a:p>
            <a:pPr>
              <a:spcAft>
                <a:spcPts val="800"/>
              </a:spcAft>
              <a:defRPr sz="2200"/>
            </a:pPr>
            <a:r>
              <a:t>D) Answer quality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How quickly we find the first relevant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MRR = 1/rank of first good result. Rank 1 = perfect! Rank 5 = not great.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Best practice for production RAG: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All of the above</a:t>
            </a:r>
          </a:p>
          <a:p>
            <a:pPr>
              <a:spcAft>
                <a:spcPts val="800"/>
              </a:spcAft>
              <a:defRPr sz="2200"/>
            </a:pPr>
            <a:r>
              <a:t>B) Log every query</a:t>
            </a:r>
          </a:p>
          <a:p>
            <a:pPr>
              <a:spcAft>
                <a:spcPts val="800"/>
              </a:spcAft>
              <a:defRPr sz="2200"/>
            </a:pPr>
            <a:r>
              <a:t>C) Monitor metrics</a:t>
            </a:r>
          </a:p>
          <a:p>
            <a:pPr>
              <a:spcAft>
                <a:spcPts val="800"/>
              </a:spcAft>
              <a:defRPr sz="2200"/>
            </a:pPr>
            <a:r>
              <a:t>D) Collect user feedback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All of the above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Production = logging + monitoring + feedback + error handling + caching!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</a:defRPr>
            </a:pPr>
            <a:r>
              <a:t>Question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/>
            </a:pPr>
            <a:r>
              <a:t>Temperature in LLM controls: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A) Randomness (low=focused, high=creative)</a:t>
            </a:r>
          </a:p>
          <a:p>
            <a:pPr>
              <a:spcAft>
                <a:spcPts val="800"/>
              </a:spcAft>
              <a:defRPr sz="2200"/>
            </a:pPr>
            <a:r>
              <a:t>B) Speed of generation</a:t>
            </a:r>
          </a:p>
          <a:p>
            <a:pPr>
              <a:spcAft>
                <a:spcPts val="800"/>
              </a:spcAft>
              <a:defRPr sz="2200"/>
            </a:pPr>
            <a:r>
              <a:t>C) Number of tokens</a:t>
            </a:r>
          </a:p>
          <a:p>
            <a:pPr>
              <a:spcAft>
                <a:spcPts val="800"/>
              </a:spcAft>
              <a:defRPr sz="2200"/>
            </a:pPr>
            <a:r>
              <a:t>D) Database temp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t>Answer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1B5E20"/>
                </a:solidFill>
              </a:defRPr>
            </a:pPr>
            <a:r>
              <a:t>✓ Randomness (low=focused, high=creative)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05050"/>
                </a:solidFill>
              </a:defRPr>
            </a:pPr>
            <a:r>
              <a:t>Temperature 0.0 = deterministic. Temperature 1.0 = very creative/random.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