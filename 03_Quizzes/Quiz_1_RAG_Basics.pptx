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237E"/>
                </a:solidFill>
              </a:defRPr>
            </a:pPr>
            <a:r>
              <a:t>Quiz 1: RAG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8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What does RAG stand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Retrieval Augmented Generation</a:t>
            </a:r>
          </a:p>
          <a:p>
            <a:pPr>
              <a:spcAft>
                <a:spcPts val="800"/>
              </a:spcAft>
              <a:defRPr sz="2200"/>
            </a:pPr>
            <a:r>
              <a:t>B) Rapid AI Generation</a:t>
            </a:r>
          </a:p>
          <a:p>
            <a:pPr>
              <a:spcAft>
                <a:spcPts val="800"/>
              </a:spcAft>
              <a:defRPr sz="2200"/>
            </a:pPr>
            <a:r>
              <a:t>C) Random Access Generation</a:t>
            </a:r>
          </a:p>
          <a:p>
            <a:pPr>
              <a:spcAft>
                <a:spcPts val="800"/>
              </a:spcAft>
              <a:defRPr sz="2200"/>
            </a:pPr>
            <a:r>
              <a:t>D) Recursive Algorithm Generator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Retrieval 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RAG = Retrieval (search) + Augmented (add context) + Generation (LLM answers)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Which problem does RAG primarily 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Reducing hallucinations and providing up-to-date info</a:t>
            </a:r>
          </a:p>
          <a:p>
            <a:pPr>
              <a:spcAft>
                <a:spcPts val="800"/>
              </a:spcAft>
              <a:defRPr sz="2200"/>
            </a:pPr>
            <a:r>
              <a:t>B) Making LLMs run faster</a:t>
            </a:r>
          </a:p>
          <a:p>
            <a:pPr>
              <a:spcAft>
                <a:spcPts val="800"/>
              </a:spcAft>
              <a:defRPr sz="2200"/>
            </a:pPr>
            <a:r>
              <a:t>C) Making LLMs smaller</a:t>
            </a:r>
          </a:p>
          <a:p>
            <a:pPr>
              <a:spcAft>
                <a:spcPts val="800"/>
              </a:spcAft>
              <a:defRPr sz="2200"/>
            </a:pPr>
            <a:r>
              <a:t>D) Training LLMs from scratch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Reducing hallucinations and providing up-to-date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RAG grounds LLM answers in retrieved documents, reducing made-up information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RAG has two main phases. What are they?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Indexing and Query</a:t>
            </a:r>
          </a:p>
          <a:p>
            <a:pPr>
              <a:spcAft>
                <a:spcPts val="800"/>
              </a:spcAft>
              <a:defRPr sz="2200"/>
            </a:pPr>
            <a:r>
              <a:t>B) Training and Testing</a:t>
            </a:r>
          </a:p>
          <a:p>
            <a:pPr>
              <a:spcAft>
                <a:spcPts val="800"/>
              </a:spcAft>
              <a:defRPr sz="2200"/>
            </a:pPr>
            <a:r>
              <a:t>C) Reading and Writing</a:t>
            </a:r>
          </a:p>
          <a:p>
            <a:pPr>
              <a:spcAft>
                <a:spcPts val="800"/>
              </a:spcAft>
              <a:defRPr sz="2200"/>
            </a:pPr>
            <a:r>
              <a:t>D) Input and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Indexing and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Indexing = prepare documents. Query = answer questions using those documents.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In the Indexing phase, what do we NOT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Answer user questions</a:t>
            </a:r>
          </a:p>
          <a:p>
            <a:pPr>
              <a:spcAft>
                <a:spcPts val="800"/>
              </a:spcAft>
              <a:defRPr sz="2200"/>
            </a:pPr>
            <a:r>
              <a:t>B) Split documents into chunks</a:t>
            </a:r>
          </a:p>
          <a:p>
            <a:pPr>
              <a:spcAft>
                <a:spcPts val="800"/>
              </a:spcAft>
              <a:defRPr sz="2200"/>
            </a:pPr>
            <a:r>
              <a:t>C) Create embeddings</a:t>
            </a:r>
          </a:p>
          <a:p>
            <a:pPr>
              <a:spcAft>
                <a:spcPts val="800"/>
              </a:spcAft>
              <a:defRPr sz="2200"/>
            </a:pPr>
            <a:r>
              <a:t>D) Store in vector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Answer user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Answering happens in Query phase! Indexing just prepares the knowledge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True or False: RAG requires retraining the LLM on new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False</a:t>
            </a:r>
          </a:p>
          <a:p>
            <a:pPr>
              <a:spcAft>
                <a:spcPts val="800"/>
              </a:spcAft>
              <a:defRPr sz="2200"/>
            </a:pPr>
            <a:r>
              <a:t>B) True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That's the beauty of RAG! No retraining needed. Just update your documents.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Which analogy best describes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Open book exam</a:t>
            </a:r>
          </a:p>
          <a:p>
            <a:pPr>
              <a:spcAft>
                <a:spcPts val="800"/>
              </a:spcAft>
              <a:defRPr sz="2200"/>
            </a:pPr>
            <a:r>
              <a:t>B) Closed book exam</a:t>
            </a:r>
          </a:p>
          <a:p>
            <a:pPr>
              <a:spcAft>
                <a:spcPts val="800"/>
              </a:spcAft>
              <a:defRPr sz="2200"/>
            </a:pPr>
            <a:r>
              <a:t>C) Pop quiz</a:t>
            </a:r>
          </a:p>
          <a:p>
            <a:pPr>
              <a:spcAft>
                <a:spcPts val="800"/>
              </a:spcAft>
              <a:defRPr sz="2200"/>
            </a:pPr>
            <a:r>
              <a:t>D) Group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Open book exam (can reference materials)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LLM can "reference" documents to find answers, like an open book exam!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What is the role of the vector database in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Store and search embeddings</a:t>
            </a:r>
          </a:p>
          <a:p>
            <a:pPr>
              <a:spcAft>
                <a:spcPts val="800"/>
              </a:spcAft>
              <a:defRPr sz="2200"/>
            </a:pPr>
            <a:r>
              <a:t>B) Store LLM weights</a:t>
            </a:r>
          </a:p>
          <a:p>
            <a:pPr>
              <a:spcAft>
                <a:spcPts val="800"/>
              </a:spcAft>
              <a:defRPr sz="2200"/>
            </a:pPr>
            <a:r>
              <a:t>C) Train embedding model</a:t>
            </a:r>
          </a:p>
          <a:p>
            <a:pPr>
              <a:spcAft>
                <a:spcPts val="800"/>
              </a:spcAft>
              <a:defRPr sz="2200"/>
            </a:pPr>
            <a:r>
              <a:t>D) Generate final answer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Store and search embeddings for relevant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Vector DB enables fast semantic similarity search of document chunks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In the paper exercise, Sheet B was easier because: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Info organized with metadata</a:t>
            </a:r>
          </a:p>
          <a:p>
            <a:pPr>
              <a:spcAft>
                <a:spcPts val="800"/>
              </a:spcAft>
              <a:defRPr sz="2200"/>
            </a:pPr>
            <a:r>
              <a:t>B) Fewer words</a:t>
            </a:r>
          </a:p>
          <a:p>
            <a:pPr>
              <a:spcAft>
                <a:spcPts val="800"/>
              </a:spcAft>
              <a:defRPr sz="2200"/>
            </a:pPr>
            <a:r>
              <a:t>C) Larger font</a:t>
            </a:r>
          </a:p>
          <a:p>
            <a:pPr>
              <a:spcAft>
                <a:spcPts val="800"/>
              </a:spcAft>
              <a:defRPr sz="2200"/>
            </a:pPr>
            <a:r>
              <a:t>D) Different questions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Information was organized with metadata (like RAG!)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Organization + metadata = fast retrieval. That's how RAG works!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